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19D1-EDF2-4DD8-8348-B064D2D93DD9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82E5-F1C9-459A-AE12-2061CE43F7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16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119D1-EDF2-4DD8-8348-B064D2D93DD9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882E5-F1C9-459A-AE12-2061CE43F7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01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4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3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0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8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57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5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5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8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6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57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12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3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7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3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62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37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935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HP</cp:lastModifiedBy>
  <cp:revision>1</cp:revision>
  <dcterms:created xsi:type="dcterms:W3CDTF">2026-07-02T23:25:56Z</dcterms:created>
  <dcterms:modified xsi:type="dcterms:W3CDTF">2026-07-02T23:25:56Z</dcterms:modified>
</cp:coreProperties>
</file>